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>
                <a:solidFill>
                  <a:srgbClr val="244E41"/>
                </a:solidFill>
                <a:latin typeface="PingFang TC"/>
              </a:rPr>
              <a:t>山水詩境 · 第一頁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這是墨韻課堂的轉換驗證。測試頁碼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200">
                <a:solidFill>
                  <a:srgbClr val="244E41"/>
                </a:solidFill>
                <a:latin typeface="PingFang TC"/>
              </a:rPr>
              <a:t>互動思考 · 第二頁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這是墨韻課堂的轉換驗證。測試頁碼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